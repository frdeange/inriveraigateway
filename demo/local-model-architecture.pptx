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Hybrid AI Gateway — Any Model, Anywhere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 governs cloud AND on-prem models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280160" cy="82296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0" cy="2286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" y="2651760"/>
            <a:ext cx="1280160" cy="731520"/>
          </a:xfrm>
          <a:prstGeom prst="roundRect">
            <a:avLst>
              <a:gd name="adj" fmla="val 18750"/>
            </a:avLst>
          </a:prstGeom>
          <a:solidFill>
            <a:srgbClr val="1A2744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phi4-mini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0" cy="2286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280160" cy="640080"/>
          </a:xfrm>
          <a:prstGeom prst="roundRect">
            <a:avLst>
              <a:gd name="adj" fmla="val 21429"/>
            </a:avLst>
          </a:prstGeom>
          <a:solidFill>
            <a:srgbClr val="1A2744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DevTunnel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54480" y="3977640"/>
            <a:ext cx="1280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34640" y="1554480"/>
            <a:ext cx="3474720" cy="3291840"/>
          </a:xfrm>
          <a:prstGeom prst="roundRect">
            <a:avLst>
              <a:gd name="adj" fmla="val 5556"/>
            </a:avLst>
          </a:prstGeom>
          <a:solidFill>
            <a:srgbClr val="21295C"/>
          </a:solidFill>
          <a:ln w="381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Azure AI Gateway (APIM)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246888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5603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063240" y="29260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46888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5603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29260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347472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3566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063240" y="39319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Metrics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347472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566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63440" y="39319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Tracking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1554480"/>
            <a:ext cx="2377440" cy="2103120"/>
          </a:xfrm>
          <a:prstGeom prst="roundRect">
            <a:avLst>
              <a:gd name="adj" fmla="val 6522"/>
            </a:avLst>
          </a:prstGeom>
          <a:solidFill>
            <a:srgbClr val="1A2744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6629400" y="2286000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2286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Sweden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543800" y="2286000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7543800" y="2286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086600" y="2697480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7086600" y="26974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9224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LLM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09360" y="2606040"/>
            <a:ext cx="1828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2834640" y="4572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26080" y="48006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0" y="4800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good-app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767328" y="48006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67328" y="4800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rogue-app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608576" y="48006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08576" y="4800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449824" y="48006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9824" y="4800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local-model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572000" y="4800600"/>
            <a:ext cx="0" cy="-137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Local Model Routing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88720" y="914400"/>
            <a:ext cx="365760" cy="365760"/>
          </a:xfrm>
          <a:prstGeom prst="ellipse">
            <a:avLst/>
          </a:prstGeom>
          <a:solidFill>
            <a:srgbClr val="A0B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 w="25400">
            <a:solidFill>
              <a:srgbClr val="A0B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x-model-target: local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645920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91440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1188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Routing Policy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645920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60720" y="91440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188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Decision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 cloud?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2103120"/>
            <a:ext cx="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256032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331720" y="23317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23317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DevTunnel → Ollama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3291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x-backend-region: on-premises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0" y="2286000"/>
            <a:ext cx="-137160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108960" y="2148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local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256032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2331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3291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x-backend-region: swedencentral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257800" y="2286000"/>
            <a:ext cx="914400" cy="4572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486400" y="2148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cloud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388620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89120" y="3657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0040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region header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14600" y="3657600"/>
            <a:ext cx="1371600" cy="50292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629400" y="3657600"/>
            <a:ext cx="-137160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7200" y="46634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663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demoenv-apim.azure-api.net/ollama   </a:t>
            </a:r>
            <a:pPr algn="ctr" indent="0" marL="0">
              <a:buNone/>
            </a:pPr>
            <a:r>
              <a:rPr lang="en-US" sz="900" b="1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DevTunnel: </a:t>
            </a:r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299hwf0x-11434.uks1.devtunnels.ms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AI Gateway Architecture</dc:title>
  <dc:subject>Local Model Routing via Azure APIM</dc:subject>
  <dc:creator>inRiver AI Gateway Demo</dc:creator>
  <cp:lastModifiedBy>inRiver AI Gateway Demo</cp:lastModifiedBy>
  <cp:revision>1</cp:revision>
  <dcterms:created xsi:type="dcterms:W3CDTF">2026-05-11T08:20:58Z</dcterms:created>
  <dcterms:modified xsi:type="dcterms:W3CDTF">2026-05-11T08:20:58Z</dcterms:modified>
</cp:coreProperties>
</file>